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Sans Bold"/>
      <p:regular r:id="rId201314"/>
    </p:embeddedFont>
    <p:embeddedFont>
      <p:font typeface="Funnel Sans"/>
      <p:regular r:id="rId201315"/>
    </p:embeddedFont>
    <p:embeddedFont>
      <p:font typeface="Funnel Sans SemiBold"/>
      <p:regular r:id="rId201316"/>
    </p:embeddedFont>
    <p:embeddedFont>
      <p:font typeface="Mona Sans Bold"/>
      <p:regular r:id="rId201317"/>
    </p:embeddedFont>
    <p:embeddedFont>
      <p:font typeface="Mona Sans Black"/>
      <p:regular r:id="rId201318"/>
    </p:embeddedFont>
    <p:embeddedFont>
      <p:font typeface="Mona Sans"/>
      <p:regular r:id="rId201319"/>
    </p:embeddedFont>
    <p:embeddedFont>
      <p:font typeface="Mona Sans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.png"/><Relationship Id="rId12" Type="http://schemas.openxmlformats.org/officeDocument/2006/relationships/image" Target="../media/image-6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2634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GazeType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100461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Adaptive Eye-Gaze Communication Keyboard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5233360" y="482947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Hands-Free Text Entry Using Eye Gaze &amp; Blinks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5344517"/>
            <a:ext cx="3775278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  <a:ln/>
        </p:spPr>
      </p:sp>
      <p:sp>
        <p:nvSpPr>
          <p:cNvPr id="7" name="Text 4"/>
          <p:cNvSpPr/>
          <p:nvPr/>
        </p:nvSpPr>
        <p:spPr>
          <a:xfrm>
            <a:off x="5346765" y="5401171"/>
            <a:ext cx="41580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MOHNISH RAM (23BCE1081), ADAVAN (23BCE1053)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5066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Problem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275953"/>
            <a:ext cx="6296860" cy="1236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96879" y="1463278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Physical Barriers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496879" y="1816199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Traditional keyboards require physical interaction — difficult or impossible for many users.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662634"/>
            <a:ext cx="6296860" cy="1236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96879" y="2849959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Cost &amp; Complexity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496879" y="3202880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Eye-tracking systems are expensive. Basic scanning keyboards require prolonged eye fixation.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49316"/>
            <a:ext cx="6296860" cy="12367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96879" y="4236641"/>
            <a:ext cx="58460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Error-Prone Input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496879" y="4589562"/>
            <a:ext cx="58460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Accidental selections occur due to blink and gaze detection errors in existing systems.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5233360" y="5454749"/>
            <a:ext cx="6296860" cy="878185"/>
          </a:xfrm>
          <a:prstGeom prst="roundRect">
            <a:avLst>
              <a:gd name="adj" fmla="val 8051"/>
            </a:avLst>
          </a:prstGeom>
          <a:solidFill>
            <a:srgbClr val="E2E4E9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1631" y="5670947"/>
            <a:ext cx="210338" cy="1682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80241" y="5646738"/>
            <a:ext cx="558170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Our Goal: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Create a low-cost, webcam-based communication interface using only eye movement and blinking.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74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Our Solution: GazeType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613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webcam-based virtual keyboard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Look → Navigate → Blink → Select → Type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927052"/>
            <a:ext cx="3496877" cy="2540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Webcam Capture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480991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Captures the user's face in real 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2927052"/>
            <a:ext cx="3496877" cy="2540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8"/>
          <p:cNvSpPr/>
          <p:nvPr/>
        </p:nvSpPr>
        <p:spPr>
          <a:xfrm>
            <a:off x="4347359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Eye Landmark Detection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47359" y="3480991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Estimates gaze direction from eye landmarks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263118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2927052"/>
            <a:ext cx="3496877" cy="2540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4" name="Text 12"/>
          <p:cNvSpPr/>
          <p:nvPr/>
        </p:nvSpPr>
        <p:spPr>
          <a:xfrm>
            <a:off x="8033244" y="3072309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Gaze Selection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33244" y="3480991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Look left/right to navigate the keyboard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441652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712395"/>
            <a:ext cx="5339820" cy="2540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85765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Two-Blink Confirm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26633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 blink pauses the letter, second blink confirms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90301" y="441652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4712395"/>
            <a:ext cx="5339820" cy="2540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485765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Communication Board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190301" y="5266333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Selected letters appear on screen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System Architecture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39006"/>
            <a:ext cx="5319083" cy="5319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339010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17487" y="3584972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MediaPipe's Face Landmarker handles landmark detection. OpenCV processes video frames. NumPy manages numerical data. Pyglet renders the interface. JSON stores user profiles locally.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661475" y="6364387"/>
            <a:ext cx="2681717" cy="349250"/>
          </a:xfrm>
          <a:prstGeom prst="roundRect">
            <a:avLst>
              <a:gd name="adj" fmla="val 1136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2279" y="6465193"/>
            <a:ext cx="24801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90418" y="6364387"/>
            <a:ext cx="2681816" cy="349250"/>
          </a:xfrm>
          <a:prstGeom prst="roundRect">
            <a:avLst>
              <a:gd name="adj" fmla="val 1136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1222" y="6465193"/>
            <a:ext cx="248020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OpenCV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19461" y="6364387"/>
            <a:ext cx="2681717" cy="349250"/>
          </a:xfrm>
          <a:prstGeom prst="roundRect">
            <a:avLst>
              <a:gd name="adj" fmla="val 1136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20265" y="6465193"/>
            <a:ext cx="24801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MediaPipe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848404" y="6364387"/>
            <a:ext cx="2681816" cy="349250"/>
          </a:xfrm>
          <a:prstGeom prst="roundRect">
            <a:avLst>
              <a:gd name="adj" fmla="val 1136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49208" y="6465193"/>
            <a:ext cx="248020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NumPy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61475" y="6760865"/>
            <a:ext cx="5410759" cy="349250"/>
          </a:xfrm>
          <a:prstGeom prst="roundRect">
            <a:avLst>
              <a:gd name="adj" fmla="val 1136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2279" y="6861671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Pyglet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19461" y="6760865"/>
            <a:ext cx="5410759" cy="349250"/>
          </a:xfrm>
          <a:prstGeom prst="roundRect">
            <a:avLst>
              <a:gd name="adj" fmla="val 1136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20265" y="6861671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JSON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0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Computer Vision Core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94298"/>
            <a:ext cx="6903269" cy="2143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600200"/>
            <a:ext cx="35042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👁️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Gaze Detection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090837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Calculates horizontal iris position relative to the eye.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Look left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left keyboard.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Look right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right keyboard. Short-term smoothing reduces noise; stable gaze is required before changing screens.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032251" y="3862784"/>
            <a:ext cx="3504219" cy="25400"/>
          </a:xfrm>
          <a:prstGeom prst="roundRect">
            <a:avLst>
              <a:gd name="adj" fmla="val 49999"/>
            </a:avLst>
          </a:prstGeom>
          <a:solidFill>
            <a:srgbClr val="52586B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032251" y="4148038"/>
            <a:ext cx="350421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😉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Blink Detection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032251" y="4638675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Eye Aspect Ratio (EAR)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Open-eye baseline is measured during calibration. Personalized blink threshold is calculated per user. Multiple frames are used to reduce false detections.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477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Makes GazeType Different?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159073"/>
            <a:ext cx="10868745" cy="77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9766" y="1427063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89613" y="1308001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Personalized Calibration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89613" y="1564580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Adapts blink detection to the individual user.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28031"/>
            <a:ext cx="10868745" cy="7796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9766" y="2296021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9613" y="2176959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Two-Stage Blink Confirm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89613" y="2433538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 blink = pause. Second blink = confirm.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896989"/>
            <a:ext cx="10868745" cy="7796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9766" y="3164979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9613" y="3045916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Adaptive Scanning Speed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289613" y="3302496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Letter cycling adjusts based on selection behavior.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765947"/>
            <a:ext cx="10868745" cy="7796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9766" y="4033937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9613" y="3914874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Offline Word Prediction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89613" y="4171454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Common words suggested without internet.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34905"/>
            <a:ext cx="10868745" cy="7796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9766" y="4902895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9613" y="4783832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Persistent User Profile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89613" y="5040412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Calibration data reused between sessions.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503863"/>
            <a:ext cx="10868745" cy="77966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39766" y="5771852"/>
            <a:ext cx="194861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289613" y="5652790"/>
            <a:ext cx="1009168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Session Performance Metrics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289613" y="5909370"/>
            <a:ext cx="1009168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 tracks interaction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47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Designed Around User Comfort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3427"/>
            <a:ext cx="10868745" cy="2979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1672" y="2940197"/>
            <a:ext cx="1642425" cy="58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Normal Scanning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71672" y="3612018"/>
            <a:ext cx="164242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Continuous letter cycling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88366" y="3022541"/>
            <a:ext cx="1642425" cy="294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Blink #1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88366" y="3400277"/>
            <a:ext cx="164242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Pause on current letter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46884" y="2940197"/>
            <a:ext cx="1642425" cy="294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Blink #2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446884" y="3317933"/>
            <a:ext cx="164242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Confirm and select letter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4489" y="2728456"/>
            <a:ext cx="1642425" cy="58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Continue Typing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84489" y="3400277"/>
            <a:ext cx="1642425" cy="47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Resume scanning after confirm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5055890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If the user blinks once accidentally but doesn't confirm, the selection is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not immediately committed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5-second confirmation timeout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ensures the whole project isn't just about detecting eyes — it's about making the interaction comfortable and error-resistant.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25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Word Prediction &amp; Communication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1118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Reduces the number of eye interactions required for common words. The system includes an offline dictionary and returns up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three matching predictions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the current partial word.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2176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Without Prediction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701951"/>
            <a:ext cx="5203794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 → E → L → L → O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 selections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6651" y="3028652"/>
            <a:ext cx="5476043" cy="1618258"/>
          </a:xfrm>
          <a:prstGeom prst="roundRect">
            <a:avLst>
              <a:gd name="adj" fmla="val 8410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85658" y="321766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With Prediction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701951"/>
            <a:ext cx="509802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 → E → L →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HELLO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 selections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859536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2E4E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127228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5723" y="509577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types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HEL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System suggests: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HELLO | HELP | ...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→ User selects desired word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85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Testing &amp; Results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68313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388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Feature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Status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Webcam Detection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Eye Landmark Tracking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Gaze Selection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Personalized Calibration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Blink Detection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Two-Stage Selection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Letter Scanning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Word Prediction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65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Backspace / Space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Adaptive Scanning</a:t>
                      </a:r>
                      <a:endParaRPr lang="en-US" sz="12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 Working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A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5782965"/>
            <a:ext cx="10868745" cy="536178"/>
          </a:xfrm>
          <a:prstGeom prst="roundRect">
            <a:avLst>
              <a:gd name="adj" fmla="val 12030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62" y="5964039"/>
            <a:ext cx="191884" cy="1534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0334" y="5945981"/>
            <a:ext cx="1082598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Live Demo: Type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"HELLO WORLD"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using only eyes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606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1980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Conclusion &amp; Future Work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253530"/>
            <a:ext cx="629686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GazeType demonstrates that a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standard webcam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can create a practical hands-free communication interface — combining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Computer Vision + Eye Gaze + Blink Detection + Adaptive Interaction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160389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005" y="233203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Larger Vocabulary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05005" y="2677319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Expanded personalized word list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3360" y="3241675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5005" y="3413323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05005" y="3758605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Prediction for multiple languages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322961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5005" y="4494609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Head Compensation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05005" y="4839891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Better head-movement tolerance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404247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05005" y="5575895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User Testing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05005" y="5921177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Performance comparison with conventional scanning systems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2026-09-01T15:06:42Z</dcterms:created>
  <dcterms:modified xsi:type="dcterms:W3CDTF">2026-09-01T15:06:42Z</dcterms:modified>
</cp:coreProperties>
</file>